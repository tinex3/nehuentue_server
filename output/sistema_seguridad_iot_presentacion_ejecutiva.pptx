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Seguridad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Arquitectura, Beneficios y Componentes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Componentes principales:</a:t>
            </a:r>
          </a:p>
          <a:p>
            <a:pPr lvl="1"/>
            <a:r>
              <a:t>• Sensores PIR (ESP32)</a:t>
            </a:r>
          </a:p>
          <a:p>
            <a:pPr lvl="1"/>
            <a:r>
              <a:t>• Cámaras (ESP32-CAM / RPi Zero + USB)</a:t>
            </a:r>
          </a:p>
          <a:p>
            <a:pPr lvl="1"/>
            <a:r>
              <a:t>• Broker MQTT, Backend REST, Servicio IA, Dashboard, BD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Servicios en contenedores:</a:t>
            </a:r>
          </a:p>
          <a:p>
            <a:pPr lvl="1"/>
            <a:r>
              <a:t>• mqtt – Mosquitto</a:t>
            </a:r>
          </a:p>
          <a:p>
            <a:pPr lvl="1"/>
            <a:r>
              <a:t>• backend – API REST (Django/Flask)</a:t>
            </a:r>
          </a:p>
          <a:p>
            <a:pPr lvl="1"/>
            <a:r>
              <a:t>• worker – Motor de reglas MQTT/BD</a:t>
            </a:r>
          </a:p>
          <a:p>
            <a:pPr lvl="1"/>
            <a:r>
              <a:t>• ai – Servicio de reconocimiento de imágenes</a:t>
            </a:r>
          </a:p>
          <a:p>
            <a:pPr lvl="1"/>
            <a:r>
              <a:t>• frontend – Dashboard Web</a:t>
            </a:r>
          </a:p>
          <a:p>
            <a:pPr lvl="1"/>
            <a:r>
              <a:t>• db –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Clave: PIR → Luces y Cámaras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Resumen del flujo:</a:t>
            </a:r>
          </a:p>
          <a:p>
            <a:pPr lvl="1"/>
            <a:r>
              <a:t>1. PIR detecta movimiento y envía mensaje MQTT.</a:t>
            </a:r>
          </a:p>
          <a:p>
            <a:pPr lvl="1"/>
            <a:r>
              <a:t>2. El worker procesa el evento y determina la zona.</a:t>
            </a:r>
          </a:p>
          <a:p>
            <a:pPr lvl="1"/>
            <a:r>
              <a:t>3. Se activan relés de iluminación y cámaras de la zona.</a:t>
            </a:r>
          </a:p>
          <a:p>
            <a:pPr lvl="1"/>
            <a:r>
              <a:t>4. Se capturan imágenes y se almacenan como evidencias.</a:t>
            </a:r>
          </a:p>
          <a:p>
            <a:pPr lvl="1"/>
            <a:r>
              <a:t>5. El servicio IA analiza las evidencias.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Arquitectura modular y escalable.</a:t>
            </a:r>
          </a:p>
          <a:p>
            <a:pPr lvl="1"/>
            <a:r>
              <a:t>• Operación totalmente local, con posibilidad de migrar a la nube.</a:t>
            </a:r>
          </a:p>
          <a:p>
            <a:pPr lvl="1"/>
            <a:r>
              <a:t>• Integración flexible de distintos tipos de dispositivos.</a:t>
            </a:r>
          </a:p>
          <a:p>
            <a:pPr lvl="1"/>
            <a:r>
              <a:t>• Historial completo de eventos y evidencias.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